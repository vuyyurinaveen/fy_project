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75" r:id="rId3"/>
    <p:sldId id="257" r:id="rId4"/>
    <p:sldId id="279" r:id="rId5"/>
    <p:sldId id="267" r:id="rId6"/>
    <p:sldId id="268" r:id="rId7"/>
    <p:sldId id="282" r:id="rId8"/>
    <p:sldId id="283" r:id="rId9"/>
    <p:sldId id="284" r:id="rId10"/>
    <p:sldId id="286" r:id="rId11"/>
    <p:sldId id="28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002" autoAdjust="0"/>
    <p:restoredTop sz="94660"/>
  </p:normalViewPr>
  <p:slideViewPr>
    <p:cSldViewPr snapToGrid="0">
      <p:cViewPr varScale="1">
        <p:scale>
          <a:sx n="55" d="100"/>
          <a:sy n="55" d="100"/>
        </p:scale>
        <p:origin x="-763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4513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2496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9459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10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3943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920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3734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84020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1851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7307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4326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7221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ED1-541C-4225-9A01-0C43E43BCA21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241AE9-81C2-40D7-AF63-CDF0C6B2313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8802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014B39-65CC-DF52-387E-84DCA96F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983415"/>
            <a:ext cx="11927840" cy="3117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36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PLANT DISEASE DETECTION USING CNN</a:t>
            </a:r>
            <a:r>
              <a:rPr lang="en-IN" dirty="0">
                <a:solidFill>
                  <a:srgbClr val="C00000"/>
                </a:solidFill>
              </a:rPr>
              <a:t/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			</a:t>
            </a:r>
            <a:endParaRPr lang="en-IN" sz="2700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27CB593-3ADA-64F9-D57B-799703750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939" y="3559629"/>
            <a:ext cx="3874451" cy="2480910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Batch-C2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Rakesh(Y20ACS584)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I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Naveen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(Y20ACS587)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Appala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Swamy (Y20ACS555)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Hussain Valli (Y20ACS588)							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D392EBD-903D-FEA1-0794-5CCA3AAFD8BE}"/>
              </a:ext>
            </a:extLst>
          </p:cNvPr>
          <p:cNvSpPr txBox="1"/>
          <p:nvPr/>
        </p:nvSpPr>
        <p:spPr>
          <a:xfrm>
            <a:off x="1945484" y="2573028"/>
            <a:ext cx="610222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Under the Guidance of	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       Mr. Krishna Kishore Thota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Asst. Professor, CSE Department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71725E0-6E38-140F-3C90-8526FAA11F4D}"/>
              </a:ext>
            </a:extLst>
          </p:cNvPr>
          <p:cNvSpPr txBox="1"/>
          <p:nvPr/>
        </p:nvSpPr>
        <p:spPr>
          <a:xfrm>
            <a:off x="1802675" y="337482"/>
            <a:ext cx="1059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solidFill>
                  <a:srgbClr val="0070C0"/>
                </a:solidFill>
                <a:latin typeface="Old English Text MT" panose="03040902040508030806" pitchFamily="66" charset="0"/>
              </a:rPr>
              <a:t>Bapatla</a:t>
            </a:r>
            <a:r>
              <a:rPr lang="en-IN" sz="3600" dirty="0">
                <a:solidFill>
                  <a:srgbClr val="0070C0"/>
                </a:solidFill>
                <a:latin typeface="Old English Text MT" panose="03040902040508030806" pitchFamily="66" charset="0"/>
              </a:rPr>
              <a:t> Engineering College :: </a:t>
            </a:r>
            <a:r>
              <a:rPr lang="en-IN" sz="3600" dirty="0" err="1">
                <a:solidFill>
                  <a:srgbClr val="0070C0"/>
                </a:solidFill>
                <a:latin typeface="Old English Text MT" panose="03040902040508030806" pitchFamily="66" charset="0"/>
              </a:rPr>
              <a:t>Bapatla</a:t>
            </a:r>
            <a:r>
              <a:rPr lang="en-IN" sz="2400" dirty="0">
                <a:solidFill>
                  <a:srgbClr val="0070C0"/>
                </a:solidFill>
                <a:latin typeface="Old English Text MT" panose="03040902040508030806" pitchFamily="66" charset="0"/>
              </a:rPr>
              <a:t>,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400" dirty="0">
                <a:solidFill>
                  <a:srgbClr val="0070C0"/>
                </a:solidFill>
                <a:latin typeface="Old English Text MT" panose="03040902040508030806" pitchFamily="66" charset="0"/>
                <a:cs typeface="Arial" panose="020B0604020202020204" pitchFamily="34" charset="0"/>
              </a:rPr>
              <a:t>Autonomous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15F7D20-723F-7CE2-588F-B88D2C22DBE6}"/>
              </a:ext>
            </a:extLst>
          </p:cNvPr>
          <p:cNvSpPr txBox="1"/>
          <p:nvPr/>
        </p:nvSpPr>
        <p:spPr>
          <a:xfrm>
            <a:off x="2456816" y="1054288"/>
            <a:ext cx="9993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Algerian" panose="04020705040A02060702" pitchFamily="82" charset="0"/>
              </a:rPr>
              <a:t>Department of Computer Science and 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ECB37BD-E509-F2C7-827C-7D37C5E34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0" y="143780"/>
            <a:ext cx="1995209" cy="1544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81955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40A02C6-D45F-4FAA-2201-B7CCC44FAA5B}"/>
              </a:ext>
            </a:extLst>
          </p:cNvPr>
          <p:cNvSpPr txBox="1"/>
          <p:nvPr/>
        </p:nvSpPr>
        <p:spPr>
          <a:xfrm>
            <a:off x="833120" y="1361440"/>
            <a:ext cx="10383520" cy="549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System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3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3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3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E75F47-0CDD-147D-B3C1-844D7F174CF3}"/>
              </a:ext>
            </a:extLst>
          </p:cNvPr>
          <p:cNvSpPr txBox="1"/>
          <p:nvPr/>
        </p:nvSpPr>
        <p:spPr>
          <a:xfrm>
            <a:off x="904240" y="397599"/>
            <a:ext cx="5933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BD6F42D-EFB2-1564-23B2-B9E68D871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814" y="1361440"/>
            <a:ext cx="5526825" cy="390357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3473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372AF3-DC34-F9CA-849D-DC7949008C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81879" y="116626"/>
            <a:ext cx="9520237" cy="1049337"/>
          </a:xfrm>
        </p:spPr>
        <p:txBody>
          <a:bodyPr/>
          <a:lstStyle/>
          <a:p>
            <a:r>
              <a:rPr lang="en-IN" sz="44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				</a:t>
            </a:r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36F47F-8E1C-B0F8-DEB0-5B0EF420E0D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0655" y="1267537"/>
            <a:ext cx="11417299" cy="47625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agriculture faces numerous challenges, from combating diseases that threaten food security.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 is an application which will detect and provide some remedial measures for diseases in the crop to the users.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here to present a comprehensive overview of advancements in plant leaf disease detection through the application of deep learning methodologies.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increasing global concern over agricultural productivity and food security, there is a need is to minimize crop losses and protect agricultural productivity.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060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905C99-B6BC-851B-3B1F-B370E1BC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74" y="314960"/>
            <a:ext cx="10580051" cy="83312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Methodologies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37D4031-BC30-7B93-689B-623FE6E31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919" y="1334170"/>
            <a:ext cx="4475587" cy="35541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A86B4AB-B4A1-EB25-9EA5-CA294AEBDB98}"/>
              </a:ext>
            </a:extLst>
          </p:cNvPr>
          <p:cNvSpPr txBox="1"/>
          <p:nvPr/>
        </p:nvSpPr>
        <p:spPr>
          <a:xfrm>
            <a:off x="805974" y="980284"/>
            <a:ext cx="6468586" cy="526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Techniques: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isease detection is performed by simply naked eye observation or laboratory testing by experts through which identification and detection of plant diseases done.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Techniques: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like Support Vector Machines are applied for classification tasks.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rs, Deep leaning approaches has gained prominence by developing accurate detection systems but there scope is limited to particular variety of crop.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751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19A7BA-1F12-5B37-782C-C2432683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233786"/>
            <a:ext cx="10271759" cy="5403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27381F3-BEDC-B347-4CDF-22801185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360" y="1391920"/>
            <a:ext cx="10749279" cy="17272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architecture is to learn hierarchical features from input images, reduce spatial dimensions through pooling, and make predictions through the fully connected layers.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17A1B-6D1A-84F0-D727-D49C490196C2}"/>
              </a:ext>
            </a:extLst>
          </p:cNvPr>
          <p:cNvSpPr txBox="1"/>
          <p:nvPr/>
        </p:nvSpPr>
        <p:spPr>
          <a:xfrm>
            <a:off x="843280" y="883920"/>
            <a:ext cx="1062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 Neural Network: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707352F-2824-9B92-295F-99B624AAC4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480" y="2397760"/>
            <a:ext cx="10190479" cy="3505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4317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DD3CEA-C5A3-F493-7BC8-529C66942A59}"/>
              </a:ext>
            </a:extLst>
          </p:cNvPr>
          <p:cNvSpPr txBox="1">
            <a:spLocks/>
          </p:cNvSpPr>
          <p:nvPr/>
        </p:nvSpPr>
        <p:spPr>
          <a:xfrm>
            <a:off x="1043986" y="-128405"/>
            <a:ext cx="9520237" cy="10493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B39A65E7-F7A4-2351-EE44-EAF56E380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57" y="228521"/>
            <a:ext cx="9934304" cy="53412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02E464F-CA94-155A-B247-B968F50654B4}"/>
              </a:ext>
            </a:extLst>
          </p:cNvPr>
          <p:cNvSpPr txBox="1"/>
          <p:nvPr/>
        </p:nvSpPr>
        <p:spPr>
          <a:xfrm>
            <a:off x="3338649" y="5669280"/>
            <a:ext cx="586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Flow of the model</a:t>
            </a:r>
          </a:p>
        </p:txBody>
      </p:sp>
    </p:spTree>
    <p:extLst>
      <p:ext uri="{BB962C8B-B14F-4D97-AF65-F5344CB8AC3E}">
        <p14:creationId xmlns="" xmlns:p14="http://schemas.microsoft.com/office/powerpoint/2010/main" val="152506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A9D6F55-6123-30F5-9811-1395EA549934}"/>
              </a:ext>
            </a:extLst>
          </p:cNvPr>
          <p:cNvSpPr txBox="1"/>
          <p:nvPr/>
        </p:nvSpPr>
        <p:spPr>
          <a:xfrm>
            <a:off x="1310639" y="6439"/>
            <a:ext cx="94113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Design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FA76B7B-67EA-0213-7448-12C38F36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85" y="904240"/>
            <a:ext cx="5274310" cy="45364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8E9D3B61-1C64-9CC2-F2F1-5ABB4D9CE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25" y="904239"/>
            <a:ext cx="3663950" cy="45364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EE2FD48-163B-6C5C-2451-0F3857C12824}"/>
              </a:ext>
            </a:extLst>
          </p:cNvPr>
          <p:cNvSpPr txBox="1"/>
          <p:nvPr/>
        </p:nvSpPr>
        <p:spPr>
          <a:xfrm>
            <a:off x="1152526" y="5584428"/>
            <a:ext cx="5233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50E5439-15F1-E3E6-9C28-7695D63ECCAA}"/>
              </a:ext>
            </a:extLst>
          </p:cNvPr>
          <p:cNvSpPr txBox="1"/>
          <p:nvPr/>
        </p:nvSpPr>
        <p:spPr>
          <a:xfrm>
            <a:off x="7098665" y="5584428"/>
            <a:ext cx="358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Chart Diagram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1951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9979C69-5E34-D527-66FE-6011292FD926}"/>
              </a:ext>
            </a:extLst>
          </p:cNvPr>
          <p:cNvSpPr txBox="1"/>
          <p:nvPr/>
        </p:nvSpPr>
        <p:spPr>
          <a:xfrm>
            <a:off x="1254225" y="572191"/>
            <a:ext cx="796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4DDE663-5C49-0FF9-BE1D-0F5F2B4C22F1}"/>
              </a:ext>
            </a:extLst>
          </p:cNvPr>
          <p:cNvSpPr txBox="1"/>
          <p:nvPr/>
        </p:nvSpPr>
        <p:spPr>
          <a:xfrm>
            <a:off x="1405288" y="1559293"/>
            <a:ext cx="968301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Importing all the necessary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Defining CNN Model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and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Testing the Model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Integrating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ith Web Application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312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916C0FF-5233-5913-C292-5E79F9959E57}"/>
              </a:ext>
            </a:extLst>
          </p:cNvPr>
          <p:cNvSpPr txBox="1"/>
          <p:nvPr/>
        </p:nvSpPr>
        <p:spPr>
          <a:xfrm>
            <a:off x="1357162" y="606392"/>
            <a:ext cx="78445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30ACF61-C4A3-C638-ABA1-BF535DC69FFC}"/>
              </a:ext>
            </a:extLst>
          </p:cNvPr>
          <p:cNvSpPr txBox="1"/>
          <p:nvPr/>
        </p:nvSpPr>
        <p:spPr>
          <a:xfrm>
            <a:off x="1203158" y="1549668"/>
            <a:ext cx="5832909" cy="335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proposed CNN model was trained and tested using the New Plant Disease dataset.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The proposed model can able to recognize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 crop species and 26 prevalent illnesses. When verified in a controlled setting, an overall accuracy of 97.34% is shown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3331D78-CB8F-5E98-EFCB-D47A126A2F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457" y="1502719"/>
            <a:ext cx="3717323" cy="345154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68213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83ECB8B-7AB4-16C0-C7EB-9DF80966F3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" y="558800"/>
            <a:ext cx="5274310" cy="533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E6DD2D9-41D9-7240-95CB-427253A34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165" y="558800"/>
            <a:ext cx="5274310" cy="533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37390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5F07A4E-528D-2062-B332-E4006BB18DC9}"/>
              </a:ext>
            </a:extLst>
          </p:cNvPr>
          <p:cNvSpPr txBox="1"/>
          <p:nvPr/>
        </p:nvSpPr>
        <p:spPr>
          <a:xfrm>
            <a:off x="1328286" y="500514"/>
            <a:ext cx="8479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9226653-96E3-1060-1564-63C5E1845606}"/>
              </a:ext>
            </a:extLst>
          </p:cNvPr>
          <p:cNvSpPr txBox="1"/>
          <p:nvPr/>
        </p:nvSpPr>
        <p:spPr>
          <a:xfrm>
            <a:off x="1222408" y="1473176"/>
            <a:ext cx="10212405" cy="391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Crop diseases are the major risks which should be addressed  to ensure food security.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Recognizing the disease accurately and efficiently is mainly the purpose of the proposed approach.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experimental results indicate that the proposed approach is a valuable approach, which can significantly support an accurate detection of leaf diseases along with providing remedial measures.</a:t>
            </a:r>
            <a:endParaRPr lang="en-IN" sz="2400" b="1" dirty="0"/>
          </a:p>
        </p:txBody>
      </p:sp>
    </p:spTree>
    <p:extLst>
      <p:ext uri="{BB962C8B-B14F-4D97-AF65-F5344CB8AC3E}">
        <p14:creationId xmlns="" xmlns:p14="http://schemas.microsoft.com/office/powerpoint/2010/main" val="2977730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43DAF8-63BF-7C45-8D82-6DA3B6B2A3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21560" y="797560"/>
            <a:ext cx="8915400" cy="377825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IN" sz="6600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45720" indent="0">
              <a:buNone/>
            </a:pPr>
            <a:r>
              <a:rPr lang="en-IN" sz="6600" dirty="0">
                <a:solidFill>
                  <a:srgbClr val="C00000"/>
                </a:solidFill>
                <a:latin typeface="Arial Black" panose="020B0A04020102020204" pitchFamily="34" charset="0"/>
              </a:rPr>
              <a:t>	</a:t>
            </a:r>
            <a:r>
              <a:rPr lang="en-IN" sz="6600" dirty="0"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359779880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1870</TotalTime>
  <Words>394</Words>
  <Application>Microsoft Office PowerPoint</Application>
  <PresentationFormat>Custom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Gallery</vt:lpstr>
      <vt:lpstr>    PLANT DISEASE DETECTION USING CNN    </vt:lpstr>
      <vt:lpstr>Slide 2</vt:lpstr>
      <vt:lpstr>    Abstract</vt:lpstr>
      <vt:lpstr>Existing Methodologies</vt:lpstr>
      <vt:lpstr>Proposed System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Under Guidance of T.Krishna Kishore,M.Tech,Asst.Professor,CSE Department</dc:title>
  <dc:creator>Vengala Rakesh</dc:creator>
  <cp:lastModifiedBy>BHAGYA SREE</cp:lastModifiedBy>
  <cp:revision>91</cp:revision>
  <dcterms:created xsi:type="dcterms:W3CDTF">2024-02-09T13:56:29Z</dcterms:created>
  <dcterms:modified xsi:type="dcterms:W3CDTF">2025-05-10T14:15:30Z</dcterms:modified>
</cp:coreProperties>
</file>